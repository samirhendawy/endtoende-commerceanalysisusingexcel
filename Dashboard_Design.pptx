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8F0"/>
    <a:srgbClr val="6FC2C4"/>
    <a:srgbClr val="FFFFFF"/>
    <a:srgbClr val="D7C6BD"/>
    <a:srgbClr val="00C9AA"/>
    <a:srgbClr val="00A9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97FE8A-7367-411E-A54B-27E0AAAFDC9B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14A-72C8-4CA8-B6BF-194B58A14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1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914A-72C8-4CA8-B6BF-194B58A14A5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76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14DD2-6F94-B486-0372-6DB57433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443CD-7B8B-5F6C-25A2-093AC779F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E1616-8416-32A4-E778-4C7B52B14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DEC02-04D8-D0CC-4775-F3427FB61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914A-72C8-4CA8-B6BF-194B58A14A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1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E503F-7664-91FA-9EF6-48329A3A48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C88BA7-0D6E-7491-A3BD-50147B97A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522BE-D526-7D37-F49C-1F37C007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D44-F564-4D8C-A82F-9504A316610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EB69B-BC3D-6E07-B0F1-D9EB69014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BF186-3041-241E-810C-7333CCA6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9F331-98E7-4411-B543-B2B868B31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38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0B09D-2306-B51F-6500-9B141168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E37B5-E17A-6C88-4FAF-316BA1BD1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9A835-3425-E0F0-336A-B09272F4C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D44-F564-4D8C-A82F-9504A316610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124BE-4D5A-A1FC-1484-19E540E8C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FD330-45B6-54D0-F991-909637D08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9F331-98E7-4411-B543-B2B868B31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75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08F7-1F53-3C79-9A62-B3BC9131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8412C-F55B-B312-4BEA-E0AAD6DC0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BAEEE-349C-A47F-1DBD-D7FBEF82A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D44-F564-4D8C-A82F-9504A316610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5DFB3-6C89-8B16-8CDA-78D1387AC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336F-4F89-C7E4-6900-A10CC8A1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9F331-98E7-4411-B543-B2B868B31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83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105D6-A3E9-1710-4459-674A8A11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70B6B-CEE7-0CB5-0914-CD3E665C10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BCFC7-D304-A068-DBE4-867B1083C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3282C-D528-C020-F0B9-C48C01475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D44-F564-4D8C-A82F-9504A316610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BFACB-84F8-05D7-5E7A-A607B54D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E11B5-16BF-DC8F-4E29-A37C9F844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9F331-98E7-4411-B543-B2B868B31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96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F41E-AD64-DD48-D9A0-FE9B27E76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23963-E606-AC13-E4AD-4A857DF56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67EB09-8279-F7C5-EFBF-6C3027FAC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84CE0D-18D6-78ED-1EE0-ED95A2A2F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7C0BE-287A-34C1-1875-016F6429C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EDFBAA-F3D1-5F7C-7458-2AA22412C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D44-F564-4D8C-A82F-9504A316610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4EF48B-F90D-E416-C660-D68C03B0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675560-7896-E641-2CC2-2DD63F33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9F331-98E7-4411-B543-B2B868B31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5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C05E0-186F-7C7A-30E6-6882AACE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E1A65-BD4A-E46C-E38F-6E395CB4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D44-F564-4D8C-A82F-9504A316610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2733D-3472-333F-1C75-0164404B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005F0-EDBF-A609-1BAA-4A29C0D5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9F331-98E7-4411-B543-B2B868B31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74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90D1F1-38F8-7713-4E0C-76B61C62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D44-F564-4D8C-A82F-9504A316610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170F2A-D6CD-17A2-39A8-32F38F851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18EF5-1786-A74A-F4FD-A3CEE76D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9F331-98E7-4411-B543-B2B868B31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2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1EB07-5546-54F4-349F-0AD732745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8A3F9-395C-3A1E-6EEE-1109CA11B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BE96B-60FE-E07B-A8A8-CBABA844A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03455-D378-0FB6-5626-766452C92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D44-F564-4D8C-A82F-9504A316610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8BF8B-A9C3-8200-D16C-E05452F5B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CFCEC-3E18-D3AB-C4EA-84307369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9F331-98E7-4411-B543-B2B868B31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055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1710-C62C-76FA-4055-44DAA845E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1162A-8E72-BE95-1506-026DA8BAC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E0BAF9-A2AC-13A3-D4D6-6D5162896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EDC69-60A1-BD48-5F7F-81EC62F0B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D44-F564-4D8C-A82F-9504A316610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F092D-5D3E-7EB9-23A6-FDC9F8C2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DA5540-9928-E6E9-DBDD-80D0CC6D3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9F331-98E7-4411-B543-B2B868B31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97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792B9-78EB-B119-1DB7-25FFFD772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33102-FB4B-DB17-CD1E-2F99D2C8C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5BDA5-9CCA-1E41-79D8-E3CFFCC5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D44-F564-4D8C-A82F-9504A316610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F1BE5-BF7B-10E7-5C5A-CE8566E14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1B4F0-4EEE-8645-8786-EB20E3464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9F331-98E7-4411-B543-B2B868B31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11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40ACDB-F522-97A2-4BC8-C11345E114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3D201-647B-28B9-5CA7-5D73B6C2C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D49AF-90B3-659A-AFE8-0A9C7D88C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D44-F564-4D8C-A82F-9504A316610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D13C6-005E-834A-7BDF-0CB39D70B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56577-1E9D-7BD8-47BB-85BEC9661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9F331-98E7-4411-B543-B2B868B31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64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36653F-3EB9-B47B-1E14-2B4D484FF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B25B0-A1EE-3273-C7F8-6B7B986BB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BCC6A-E169-B4C6-C3C5-DDB79A9FC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BC2D44-F564-4D8C-A82F-9504A316610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614C9-302C-A802-E2FA-9AE3AD282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A4516-27F2-8B44-BF7E-1E05CD35C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9F331-98E7-4411-B543-B2B868B31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28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samir-hendawy-530124231/" TargetMode="External"/><Relationship Id="rId3" Type="http://schemas.openxmlformats.org/officeDocument/2006/relationships/hyperlink" Target="#OverView!A1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#'CALCULATIONS Items &amp;&amp; Sippliers'!A1"/><Relationship Id="rId5" Type="http://schemas.openxmlformats.org/officeDocument/2006/relationships/image" Target="../media/image2.png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samir-hendawy-530124231/" TargetMode="External"/><Relationship Id="rId3" Type="http://schemas.openxmlformats.org/officeDocument/2006/relationships/hyperlink" Target="#OverView!A1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#'CALCULATIONS Items &amp;&amp; Sippliers'!A1"/><Relationship Id="rId5" Type="http://schemas.openxmlformats.org/officeDocument/2006/relationships/image" Target="../media/image2.png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556277-E981-4175-2610-B4775E056CCD}"/>
              </a:ext>
            </a:extLst>
          </p:cNvPr>
          <p:cNvSpPr/>
          <p:nvPr/>
        </p:nvSpPr>
        <p:spPr>
          <a:xfrm>
            <a:off x="1394555" y="481703"/>
            <a:ext cx="10671048" cy="5952744"/>
          </a:xfrm>
          <a:prstGeom prst="rect">
            <a:avLst/>
          </a:prstGeom>
          <a:solidFill>
            <a:srgbClr val="D7C6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/>
              <a:t> 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30CCE0-8E9F-F6C3-22FF-E4607CA892E1}"/>
              </a:ext>
            </a:extLst>
          </p:cNvPr>
          <p:cNvSpPr/>
          <p:nvPr/>
        </p:nvSpPr>
        <p:spPr>
          <a:xfrm>
            <a:off x="1553502" y="580112"/>
            <a:ext cx="2798064" cy="1709928"/>
          </a:xfrm>
          <a:prstGeom prst="roundRect">
            <a:avLst/>
          </a:prstGeom>
          <a:solidFill>
            <a:srgbClr val="FFFF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2A294B-BB62-D95F-B0A2-A169C3BA2104}"/>
              </a:ext>
            </a:extLst>
          </p:cNvPr>
          <p:cNvSpPr/>
          <p:nvPr/>
        </p:nvSpPr>
        <p:spPr>
          <a:xfrm>
            <a:off x="4445672" y="618284"/>
            <a:ext cx="2066544" cy="1152144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8B356A-CE82-C326-F27C-9EDBE68681FC}"/>
              </a:ext>
            </a:extLst>
          </p:cNvPr>
          <p:cNvSpPr/>
          <p:nvPr/>
        </p:nvSpPr>
        <p:spPr>
          <a:xfrm>
            <a:off x="1553502" y="2402315"/>
            <a:ext cx="2798064" cy="3831336"/>
          </a:xfrm>
          <a:prstGeom prst="roundRect">
            <a:avLst/>
          </a:prstGeom>
          <a:solidFill>
            <a:srgbClr val="6FC2C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168342-156B-80BF-40EC-295918984BEF}"/>
              </a:ext>
            </a:extLst>
          </p:cNvPr>
          <p:cNvSpPr/>
          <p:nvPr/>
        </p:nvSpPr>
        <p:spPr>
          <a:xfrm>
            <a:off x="8743444" y="597285"/>
            <a:ext cx="3118104" cy="5650992"/>
          </a:xfrm>
          <a:prstGeom prst="roundRect">
            <a:avLst/>
          </a:prstGeom>
          <a:solidFill>
            <a:srgbClr val="6FC2C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708C39-CE36-E58E-E705-AAD65F548AC7}"/>
              </a:ext>
            </a:extLst>
          </p:cNvPr>
          <p:cNvSpPr/>
          <p:nvPr/>
        </p:nvSpPr>
        <p:spPr>
          <a:xfrm>
            <a:off x="4424810" y="1803297"/>
            <a:ext cx="4224528" cy="2194560"/>
          </a:xfrm>
          <a:prstGeom prst="roundRect">
            <a:avLst/>
          </a:prstGeom>
          <a:solidFill>
            <a:srgbClr val="6FC2C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4556F5-23F9-4DA5-594E-52BB878A33DA}"/>
              </a:ext>
            </a:extLst>
          </p:cNvPr>
          <p:cNvSpPr/>
          <p:nvPr/>
        </p:nvSpPr>
        <p:spPr>
          <a:xfrm>
            <a:off x="4424810" y="4039091"/>
            <a:ext cx="4224528" cy="2194560"/>
          </a:xfrm>
          <a:prstGeom prst="roundRect">
            <a:avLst/>
          </a:prstGeom>
          <a:solidFill>
            <a:srgbClr val="6FC2C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3E45DC6-BAFC-657C-EF38-4E391607A1B1}"/>
              </a:ext>
            </a:extLst>
          </p:cNvPr>
          <p:cNvCxnSpPr>
            <a:cxnSpLocks/>
          </p:cNvCxnSpPr>
          <p:nvPr/>
        </p:nvCxnSpPr>
        <p:spPr>
          <a:xfrm>
            <a:off x="1553502" y="3493405"/>
            <a:ext cx="2816007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2091898-082F-8A47-E1C4-9F24FF35BDD5}"/>
              </a:ext>
            </a:extLst>
          </p:cNvPr>
          <p:cNvSpPr/>
          <p:nvPr/>
        </p:nvSpPr>
        <p:spPr>
          <a:xfrm>
            <a:off x="2952534" y="985109"/>
            <a:ext cx="1288252" cy="276999"/>
          </a:xfrm>
          <a:prstGeom prst="roundRect">
            <a:avLst>
              <a:gd name="adj" fmla="val 47615"/>
            </a:avLst>
          </a:prstGeom>
          <a:solidFill>
            <a:srgbClr val="D7C6B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/>
                </a:solidFill>
              </a:rPr>
              <a:t>vs PY</a:t>
            </a: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35C582E-94E2-C033-8158-1D5D3148F8E0}"/>
              </a:ext>
            </a:extLst>
          </p:cNvPr>
          <p:cNvSpPr/>
          <p:nvPr/>
        </p:nvSpPr>
        <p:spPr>
          <a:xfrm>
            <a:off x="2952534" y="2827890"/>
            <a:ext cx="1288252" cy="276999"/>
          </a:xfrm>
          <a:prstGeom prst="roundRect">
            <a:avLst>
              <a:gd name="adj" fmla="val 47615"/>
            </a:avLst>
          </a:prstGeom>
          <a:solidFill>
            <a:srgbClr val="D7C6B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/>
                </a:solidFill>
              </a:rPr>
              <a:t>vs PY</a:t>
            </a: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85BFCE-90DE-7A68-A2F5-92A72D2368F7}"/>
              </a:ext>
            </a:extLst>
          </p:cNvPr>
          <p:cNvSpPr/>
          <p:nvPr/>
        </p:nvSpPr>
        <p:spPr>
          <a:xfrm rot="16200000">
            <a:off x="-2007664" y="3147179"/>
            <a:ext cx="6022413" cy="6217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>
            <a:hlinkClick r:id="rId3"/>
            <a:extLst>
              <a:ext uri="{FF2B5EF4-FFF2-40B4-BE49-F238E27FC236}">
                <a16:creationId xmlns:a16="http://schemas.microsoft.com/office/drawing/2014/main" id="{F47C8DA1-502F-EE8A-A4DE-E4ACBA0A71B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396" y="1963168"/>
            <a:ext cx="293048" cy="2952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7BD09D-E132-1961-C944-F86F1ABB21D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396" y="2991014"/>
            <a:ext cx="292608" cy="296962"/>
          </a:xfrm>
          <a:prstGeom prst="rect">
            <a:avLst/>
          </a:prstGeom>
        </p:spPr>
      </p:pic>
      <p:pic>
        <p:nvPicPr>
          <p:cNvPr id="15" name="Picture 14">
            <a:hlinkClick r:id="rId6"/>
            <a:extLst>
              <a:ext uri="{FF2B5EF4-FFF2-40B4-BE49-F238E27FC236}">
                <a16:creationId xmlns:a16="http://schemas.microsoft.com/office/drawing/2014/main" id="{50F117AE-CFCB-9863-68E9-D0332DEC3FEF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77" y="4020597"/>
            <a:ext cx="292608" cy="294785"/>
          </a:xfrm>
          <a:prstGeom prst="rect">
            <a:avLst/>
          </a:prstGeom>
        </p:spPr>
      </p:pic>
      <p:pic>
        <p:nvPicPr>
          <p:cNvPr id="17" name="Picture 16">
            <a:hlinkClick r:id="rId8"/>
            <a:extLst>
              <a:ext uri="{FF2B5EF4-FFF2-40B4-BE49-F238E27FC236}">
                <a16:creationId xmlns:a16="http://schemas.microsoft.com/office/drawing/2014/main" id="{1C570F4A-954A-4C46-1EBB-A7E7C6C908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33" y="5939894"/>
            <a:ext cx="365760" cy="37011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2DFCA8B-4C67-993B-A817-04184FED9AD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alphaModFix amt="8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62" y="568547"/>
            <a:ext cx="457200" cy="4703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10AE07-DC70-5C9F-8267-978898F41CA3}"/>
              </a:ext>
            </a:extLst>
          </p:cNvPr>
          <p:cNvSpPr/>
          <p:nvPr/>
        </p:nvSpPr>
        <p:spPr>
          <a:xfrm>
            <a:off x="6582791" y="599169"/>
            <a:ext cx="2066544" cy="1152144"/>
          </a:xfrm>
          <a:prstGeom prst="roundRect">
            <a:avLst/>
          </a:prstGeom>
          <a:solidFill>
            <a:srgbClr val="FFFF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F4CAA9-BAD8-0B45-021C-CB8E9DB7EA92}"/>
              </a:ext>
            </a:extLst>
          </p:cNvPr>
          <p:cNvSpPr/>
          <p:nvPr/>
        </p:nvSpPr>
        <p:spPr>
          <a:xfrm>
            <a:off x="4422141" y="602543"/>
            <a:ext cx="2066544" cy="1152144"/>
          </a:xfrm>
          <a:prstGeom prst="roundRect">
            <a:avLst/>
          </a:prstGeom>
          <a:solidFill>
            <a:srgbClr val="FFFF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77D7A80-308F-B924-74EB-081F1786AF92}"/>
              </a:ext>
            </a:extLst>
          </p:cNvPr>
          <p:cNvSpPr/>
          <p:nvPr/>
        </p:nvSpPr>
        <p:spPr>
          <a:xfrm>
            <a:off x="5090484" y="1392433"/>
            <a:ext cx="1288252" cy="276999"/>
          </a:xfrm>
          <a:prstGeom prst="roundRect">
            <a:avLst>
              <a:gd name="adj" fmla="val 47615"/>
            </a:avLst>
          </a:prstGeom>
          <a:solidFill>
            <a:srgbClr val="D7C6B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/>
                </a:solidFill>
              </a:rPr>
              <a:t>vs PY</a:t>
            </a: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EC3A037-DDFF-71F2-2331-F427ABA4C510}"/>
              </a:ext>
            </a:extLst>
          </p:cNvPr>
          <p:cNvSpPr/>
          <p:nvPr/>
        </p:nvSpPr>
        <p:spPr>
          <a:xfrm>
            <a:off x="7251137" y="1404273"/>
            <a:ext cx="1288252" cy="276999"/>
          </a:xfrm>
          <a:prstGeom prst="roundRect">
            <a:avLst>
              <a:gd name="adj" fmla="val 47615"/>
            </a:avLst>
          </a:prstGeom>
          <a:solidFill>
            <a:srgbClr val="D7C6B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/>
                </a:solidFill>
              </a:rPr>
              <a:t>vs PY</a:t>
            </a:r>
            <a:endParaRPr lang="en-GB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063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8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EC518-1A80-A793-CC97-B3048FEE6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BBB506-7BFC-6375-54DC-CD3A2806874B}"/>
              </a:ext>
            </a:extLst>
          </p:cNvPr>
          <p:cNvSpPr/>
          <p:nvPr/>
        </p:nvSpPr>
        <p:spPr>
          <a:xfrm>
            <a:off x="1394555" y="446868"/>
            <a:ext cx="10649252" cy="6022414"/>
          </a:xfrm>
          <a:prstGeom prst="rect">
            <a:avLst/>
          </a:prstGeom>
          <a:solidFill>
            <a:srgbClr val="D7C6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EG"/>
              <a:t> 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B100BBD-AFEC-42CA-AA7E-B95CAC674AC4}"/>
              </a:ext>
            </a:extLst>
          </p:cNvPr>
          <p:cNvSpPr/>
          <p:nvPr/>
        </p:nvSpPr>
        <p:spPr>
          <a:xfrm>
            <a:off x="1553502" y="580112"/>
            <a:ext cx="2798064" cy="1709928"/>
          </a:xfrm>
          <a:prstGeom prst="roundRect">
            <a:avLst/>
          </a:prstGeom>
          <a:solidFill>
            <a:srgbClr val="FFFF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81D0EA-BDF9-C0BE-4415-717D6637F1C9}"/>
              </a:ext>
            </a:extLst>
          </p:cNvPr>
          <p:cNvSpPr/>
          <p:nvPr/>
        </p:nvSpPr>
        <p:spPr>
          <a:xfrm>
            <a:off x="4424809" y="580112"/>
            <a:ext cx="3630168" cy="2340864"/>
          </a:xfrm>
          <a:prstGeom prst="roundRect">
            <a:avLst/>
          </a:prstGeom>
          <a:solidFill>
            <a:srgbClr val="FFFF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6F86A4-EB28-91EF-B849-4C684C8FFC37}"/>
              </a:ext>
            </a:extLst>
          </p:cNvPr>
          <p:cNvSpPr/>
          <p:nvPr/>
        </p:nvSpPr>
        <p:spPr>
          <a:xfrm>
            <a:off x="1553502" y="2417523"/>
            <a:ext cx="2798064" cy="3816127"/>
          </a:xfrm>
          <a:prstGeom prst="roundRect">
            <a:avLst/>
          </a:prstGeom>
          <a:solidFill>
            <a:srgbClr val="6FC2C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6AE8AF-6AD0-AE1E-08C0-9A8199262AEA}"/>
              </a:ext>
            </a:extLst>
          </p:cNvPr>
          <p:cNvCxnSpPr/>
          <p:nvPr/>
        </p:nvCxnSpPr>
        <p:spPr>
          <a:xfrm>
            <a:off x="677722" y="1172780"/>
            <a:ext cx="609604" cy="0"/>
          </a:xfrm>
          <a:prstGeom prst="line">
            <a:avLst/>
          </a:prstGeom>
          <a:ln>
            <a:solidFill>
              <a:srgbClr val="00A9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77C0D59-71CD-4A02-C5A5-450830208F4B}"/>
              </a:ext>
            </a:extLst>
          </p:cNvPr>
          <p:cNvSpPr/>
          <p:nvPr/>
        </p:nvSpPr>
        <p:spPr>
          <a:xfrm>
            <a:off x="2989155" y="895781"/>
            <a:ext cx="1288252" cy="276999"/>
          </a:xfrm>
          <a:prstGeom prst="roundRect">
            <a:avLst>
              <a:gd name="adj" fmla="val 47615"/>
            </a:avLst>
          </a:prstGeom>
          <a:solidFill>
            <a:srgbClr val="D7C6BD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bg1"/>
                </a:solidFill>
              </a:rPr>
              <a:t>vs PY</a:t>
            </a: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393227-A4E0-65F0-15CF-12312344E9E6}"/>
              </a:ext>
            </a:extLst>
          </p:cNvPr>
          <p:cNvSpPr/>
          <p:nvPr/>
        </p:nvSpPr>
        <p:spPr>
          <a:xfrm>
            <a:off x="4424809" y="3033250"/>
            <a:ext cx="3630168" cy="3200400"/>
          </a:xfrm>
          <a:prstGeom prst="roundRect">
            <a:avLst/>
          </a:prstGeom>
          <a:solidFill>
            <a:srgbClr val="6FC2C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9AE84F5-37AF-B7E0-F864-7FA908E33F79}"/>
              </a:ext>
            </a:extLst>
          </p:cNvPr>
          <p:cNvSpPr/>
          <p:nvPr/>
        </p:nvSpPr>
        <p:spPr>
          <a:xfrm>
            <a:off x="8128220" y="580112"/>
            <a:ext cx="3694176" cy="3163824"/>
          </a:xfrm>
          <a:prstGeom prst="roundRect">
            <a:avLst/>
          </a:prstGeom>
          <a:solidFill>
            <a:srgbClr val="6FC2C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6DB3F2-5334-5012-BE00-2C0483142AD2}"/>
              </a:ext>
            </a:extLst>
          </p:cNvPr>
          <p:cNvSpPr/>
          <p:nvPr/>
        </p:nvSpPr>
        <p:spPr>
          <a:xfrm>
            <a:off x="8160224" y="3856210"/>
            <a:ext cx="3630168" cy="2377440"/>
          </a:xfrm>
          <a:prstGeom prst="roundRect">
            <a:avLst/>
          </a:prstGeom>
          <a:solidFill>
            <a:srgbClr val="FFFFF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85BFCE-90DE-7A68-A2F5-92A72D2368F7}"/>
              </a:ext>
            </a:extLst>
          </p:cNvPr>
          <p:cNvSpPr/>
          <p:nvPr/>
        </p:nvSpPr>
        <p:spPr>
          <a:xfrm rot="16200000">
            <a:off x="-2007664" y="3147179"/>
            <a:ext cx="6022413" cy="62179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" name="Picture 9">
            <a:hlinkClick r:id="rId3"/>
            <a:extLst>
              <a:ext uri="{FF2B5EF4-FFF2-40B4-BE49-F238E27FC236}">
                <a16:creationId xmlns:a16="http://schemas.microsoft.com/office/drawing/2014/main" id="{F47C8DA1-502F-EE8A-A4DE-E4ACBA0A71B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396" y="1963168"/>
            <a:ext cx="293048" cy="2952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7BD09D-E132-1961-C944-F86F1ABB21D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396" y="2991014"/>
            <a:ext cx="292608" cy="296962"/>
          </a:xfrm>
          <a:prstGeom prst="rect">
            <a:avLst/>
          </a:prstGeom>
        </p:spPr>
      </p:pic>
      <p:pic>
        <p:nvPicPr>
          <p:cNvPr id="12" name="Picture 11">
            <a:hlinkClick r:id="rId6"/>
            <a:extLst>
              <a:ext uri="{FF2B5EF4-FFF2-40B4-BE49-F238E27FC236}">
                <a16:creationId xmlns:a16="http://schemas.microsoft.com/office/drawing/2014/main" id="{50F117AE-CFCB-9863-68E9-D0332DEC3FEF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77" y="4020597"/>
            <a:ext cx="292608" cy="294785"/>
          </a:xfrm>
          <a:prstGeom prst="rect">
            <a:avLst/>
          </a:prstGeom>
        </p:spPr>
      </p:pic>
      <p:pic>
        <p:nvPicPr>
          <p:cNvPr id="17" name="Picture 16">
            <a:hlinkClick r:id="rId8"/>
            <a:extLst>
              <a:ext uri="{FF2B5EF4-FFF2-40B4-BE49-F238E27FC236}">
                <a16:creationId xmlns:a16="http://schemas.microsoft.com/office/drawing/2014/main" id="{1C570F4A-954A-4C46-1EBB-A7E7C6C908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33" y="5939894"/>
            <a:ext cx="365760" cy="3701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2DFCA8B-4C67-993B-A817-04184FED9AD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alphaModFix amt="8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762" y="568547"/>
            <a:ext cx="457200" cy="47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19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1781</TotalTime>
  <Words>14</Words>
  <Application>Microsoft Office PowerPoint</Application>
  <PresentationFormat>Widescreen</PresentationFormat>
  <Paragraphs>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AlArab</dc:creator>
  <cp:lastModifiedBy>AlArab</cp:lastModifiedBy>
  <cp:revision>8</cp:revision>
  <dcterms:created xsi:type="dcterms:W3CDTF">2026-01-31T15:03:10Z</dcterms:created>
  <dcterms:modified xsi:type="dcterms:W3CDTF">2026-02-07T15:32:18Z</dcterms:modified>
</cp:coreProperties>
</file>